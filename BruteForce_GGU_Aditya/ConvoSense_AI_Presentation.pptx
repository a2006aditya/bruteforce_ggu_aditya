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_" userId="ea3625dfc168ae85" providerId="LiveId" clId="{0061F7E5-2A98-4E78-98EF-C36DB68C5651}"/>
    <pc:docChg chg="undo custSel modSld">
      <pc:chgData name="Aditya _" userId="ea3625dfc168ae85" providerId="LiveId" clId="{0061F7E5-2A98-4E78-98EF-C36DB68C5651}" dt="2026-10-03T05:15:25.015" v="69" actId="478"/>
      <pc:docMkLst>
        <pc:docMk/>
      </pc:docMkLst>
      <pc:sldChg chg="modSp mod">
        <pc:chgData name="Aditya _" userId="ea3625dfc168ae85" providerId="LiveId" clId="{0061F7E5-2A98-4E78-98EF-C36DB68C5651}" dt="2026-10-03T05:12:39.273" v="63" actId="20577"/>
        <pc:sldMkLst>
          <pc:docMk/>
          <pc:sldMk cId="0" sldId="256"/>
        </pc:sldMkLst>
        <pc:spChg chg="mod">
          <ac:chgData name="Aditya _" userId="ea3625dfc168ae85" providerId="LiveId" clId="{0061F7E5-2A98-4E78-98EF-C36DB68C5651}" dt="2026-10-03T05:12:11.997" v="6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Aditya _" userId="ea3625dfc168ae85" providerId="LiveId" clId="{0061F7E5-2A98-4E78-98EF-C36DB68C5651}" dt="2026-10-03T05:12:39.273" v="63" actId="20577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Aditya _" userId="ea3625dfc168ae85" providerId="LiveId" clId="{0061F7E5-2A98-4E78-98EF-C36DB68C5651}" dt="2026-10-03T05:15:04.354" v="64" actId="478"/>
        <pc:sldMkLst>
          <pc:docMk/>
          <pc:sldMk cId="0" sldId="257"/>
        </pc:sldMkLst>
        <pc:spChg chg="mod">
          <ac:chgData name="Aditya _" userId="ea3625dfc168ae85" providerId="LiveId" clId="{0061F7E5-2A98-4E78-98EF-C36DB68C5651}" dt="2026-10-03T05:09:31.229" v="18" actId="122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Aditya _" userId="ea3625dfc168ae85" providerId="LiveId" clId="{0061F7E5-2A98-4E78-98EF-C36DB68C5651}" dt="2026-10-03T05:15:04.354" v="64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31.229" v="18" actId="122"/>
          <ac:spMkLst>
            <pc:docMk/>
            <pc:sldMk cId="0" sldId="257"/>
            <ac:spMk id="4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31.229" v="18" actId="122"/>
          <ac:spMkLst>
            <pc:docMk/>
            <pc:sldMk cId="0" sldId="257"/>
            <ac:spMk id="5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31.229" v="18" actId="122"/>
          <ac:spMkLst>
            <pc:docMk/>
            <pc:sldMk cId="0" sldId="257"/>
            <ac:spMk id="6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31.229" v="18" actId="122"/>
          <ac:spMkLst>
            <pc:docMk/>
            <pc:sldMk cId="0" sldId="257"/>
            <ac:spMk id="7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35.853" v="19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31.229" v="18" actId="122"/>
          <ac:spMkLst>
            <pc:docMk/>
            <pc:sldMk cId="0" sldId="257"/>
            <ac:spMk id="9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42.275" v="21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31.229" v="18" actId="122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38.414" v="20" actId="1076"/>
          <ac:spMkLst>
            <pc:docMk/>
            <pc:sldMk cId="0" sldId="257"/>
            <ac:spMk id="12" creationId="{00000000-0000-0000-0000-000000000000}"/>
          </ac:spMkLst>
        </pc:spChg>
      </pc:sldChg>
      <pc:sldChg chg="delSp mod">
        <pc:chgData name="Aditya _" userId="ea3625dfc168ae85" providerId="LiveId" clId="{0061F7E5-2A98-4E78-98EF-C36DB68C5651}" dt="2026-10-03T05:15:07.702" v="65" actId="478"/>
        <pc:sldMkLst>
          <pc:docMk/>
          <pc:sldMk cId="0" sldId="258"/>
        </pc:sldMkLst>
        <pc:spChg chg="del">
          <ac:chgData name="Aditya _" userId="ea3625dfc168ae85" providerId="LiveId" clId="{0061F7E5-2A98-4E78-98EF-C36DB68C5651}" dt="2026-10-03T05:15:07.702" v="65" actId="478"/>
          <ac:spMkLst>
            <pc:docMk/>
            <pc:sldMk cId="0" sldId="258"/>
            <ac:spMk id="3" creationId="{00000000-0000-0000-0000-000000000000}"/>
          </ac:spMkLst>
        </pc:spChg>
      </pc:sldChg>
      <pc:sldChg chg="delSp modSp mod">
        <pc:chgData name="Aditya _" userId="ea3625dfc168ae85" providerId="LiveId" clId="{0061F7E5-2A98-4E78-98EF-C36DB68C5651}" dt="2026-10-03T05:15:11.881" v="66" actId="478"/>
        <pc:sldMkLst>
          <pc:docMk/>
          <pc:sldMk cId="0" sldId="259"/>
        </pc:sldMkLst>
        <pc:spChg chg="mod">
          <ac:chgData name="Aditya _" userId="ea3625dfc168ae85" providerId="LiveId" clId="{0061F7E5-2A98-4E78-98EF-C36DB68C5651}" dt="2026-10-03T05:09:49.746" v="22" actId="122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Aditya _" userId="ea3625dfc168ae85" providerId="LiveId" clId="{0061F7E5-2A98-4E78-98EF-C36DB68C5651}" dt="2026-10-03T05:15:11.881" v="66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49.746" v="22" actId="122"/>
          <ac:spMkLst>
            <pc:docMk/>
            <pc:sldMk cId="0" sldId="259"/>
            <ac:spMk id="4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49.746" v="22" actId="122"/>
          <ac:spMkLst>
            <pc:docMk/>
            <pc:sldMk cId="0" sldId="259"/>
            <ac:spMk id="5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57.299" v="23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Aditya _" userId="ea3625dfc168ae85" providerId="LiveId" clId="{0061F7E5-2A98-4E78-98EF-C36DB68C5651}" dt="2026-10-03T05:10:00.285" v="25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Aditya _" userId="ea3625dfc168ae85" providerId="LiveId" clId="{0061F7E5-2A98-4E78-98EF-C36DB68C5651}" dt="2026-10-03T05:10:07.454" v="27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49.746" v="22" actId="122"/>
          <ac:spMkLst>
            <pc:docMk/>
            <pc:sldMk cId="0" sldId="259"/>
            <ac:spMk id="9" creationId="{00000000-0000-0000-0000-000000000000}"/>
          </ac:spMkLst>
        </pc:spChg>
        <pc:spChg chg="mod">
          <ac:chgData name="Aditya _" userId="ea3625dfc168ae85" providerId="LiveId" clId="{0061F7E5-2A98-4E78-98EF-C36DB68C5651}" dt="2026-10-03T05:10:11.214" v="28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ditya _" userId="ea3625dfc168ae85" providerId="LiveId" clId="{0061F7E5-2A98-4E78-98EF-C36DB68C5651}" dt="2026-10-03T05:09:49.746" v="22" actId="12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ditya _" userId="ea3625dfc168ae85" providerId="LiveId" clId="{0061F7E5-2A98-4E78-98EF-C36DB68C5651}" dt="2026-10-03T05:10:16.908" v="29" actId="1076"/>
          <ac:spMkLst>
            <pc:docMk/>
            <pc:sldMk cId="0" sldId="259"/>
            <ac:spMk id="12" creationId="{00000000-0000-0000-0000-000000000000}"/>
          </ac:spMkLst>
        </pc:spChg>
      </pc:sldChg>
      <pc:sldChg chg="delSp mod">
        <pc:chgData name="Aditya _" userId="ea3625dfc168ae85" providerId="LiveId" clId="{0061F7E5-2A98-4E78-98EF-C36DB68C5651}" dt="2026-10-03T05:15:16.927" v="67" actId="478"/>
        <pc:sldMkLst>
          <pc:docMk/>
          <pc:sldMk cId="0" sldId="260"/>
        </pc:sldMkLst>
        <pc:spChg chg="del">
          <ac:chgData name="Aditya _" userId="ea3625dfc168ae85" providerId="LiveId" clId="{0061F7E5-2A98-4E78-98EF-C36DB68C5651}" dt="2026-10-03T05:15:16.927" v="67" actId="478"/>
          <ac:spMkLst>
            <pc:docMk/>
            <pc:sldMk cId="0" sldId="260"/>
            <ac:spMk id="3" creationId="{00000000-0000-0000-0000-000000000000}"/>
          </ac:spMkLst>
        </pc:spChg>
      </pc:sldChg>
      <pc:sldChg chg="delSp modSp mod">
        <pc:chgData name="Aditya _" userId="ea3625dfc168ae85" providerId="LiveId" clId="{0061F7E5-2A98-4E78-98EF-C36DB68C5651}" dt="2026-10-03T05:15:20.908" v="68" actId="478"/>
        <pc:sldMkLst>
          <pc:docMk/>
          <pc:sldMk cId="0" sldId="261"/>
        </pc:sldMkLst>
        <pc:spChg chg="mod">
          <ac:chgData name="Aditya _" userId="ea3625dfc168ae85" providerId="LiveId" clId="{0061F7E5-2A98-4E78-98EF-C36DB68C5651}" dt="2026-10-03T05:10:24.945" v="30" actId="122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Aditya _" userId="ea3625dfc168ae85" providerId="LiveId" clId="{0061F7E5-2A98-4E78-98EF-C36DB68C5651}" dt="2026-10-03T05:15:20.908" v="68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Aditya _" userId="ea3625dfc168ae85" providerId="LiveId" clId="{0061F7E5-2A98-4E78-98EF-C36DB68C5651}" dt="2026-10-03T05:10:24.945" v="30" actId="122"/>
          <ac:spMkLst>
            <pc:docMk/>
            <pc:sldMk cId="0" sldId="261"/>
            <ac:spMk id="4" creationId="{00000000-0000-0000-0000-000000000000}"/>
          </ac:spMkLst>
        </pc:spChg>
        <pc:spChg chg="mod">
          <ac:chgData name="Aditya _" userId="ea3625dfc168ae85" providerId="LiveId" clId="{0061F7E5-2A98-4E78-98EF-C36DB68C5651}" dt="2026-10-03T05:10:24.945" v="30" actId="122"/>
          <ac:spMkLst>
            <pc:docMk/>
            <pc:sldMk cId="0" sldId="261"/>
            <ac:spMk id="5" creationId="{00000000-0000-0000-0000-000000000000}"/>
          </ac:spMkLst>
        </pc:spChg>
        <pc:spChg chg="mod">
          <ac:chgData name="Aditya _" userId="ea3625dfc168ae85" providerId="LiveId" clId="{0061F7E5-2A98-4E78-98EF-C36DB68C5651}" dt="2026-10-03T05:10:30.398" v="31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Aditya _" userId="ea3625dfc168ae85" providerId="LiveId" clId="{0061F7E5-2A98-4E78-98EF-C36DB68C5651}" dt="2026-10-03T05:10:24.945" v="30" actId="122"/>
          <ac:spMkLst>
            <pc:docMk/>
            <pc:sldMk cId="0" sldId="261"/>
            <ac:spMk id="7" creationId="{00000000-0000-0000-0000-000000000000}"/>
          </ac:spMkLst>
        </pc:spChg>
        <pc:spChg chg="mod">
          <ac:chgData name="Aditya _" userId="ea3625dfc168ae85" providerId="LiveId" clId="{0061F7E5-2A98-4E78-98EF-C36DB68C5651}" dt="2026-10-03T05:10:33.746" v="32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Aditya _" userId="ea3625dfc168ae85" providerId="LiveId" clId="{0061F7E5-2A98-4E78-98EF-C36DB68C5651}" dt="2026-10-03T05:10:24.945" v="30" actId="122"/>
          <ac:spMkLst>
            <pc:docMk/>
            <pc:sldMk cId="0" sldId="261"/>
            <ac:spMk id="9" creationId="{00000000-0000-0000-0000-000000000000}"/>
          </ac:spMkLst>
        </pc:spChg>
        <pc:spChg chg="mod">
          <ac:chgData name="Aditya _" userId="ea3625dfc168ae85" providerId="LiveId" clId="{0061F7E5-2A98-4E78-98EF-C36DB68C5651}" dt="2026-10-03T05:10:37.755" v="33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ditya _" userId="ea3625dfc168ae85" providerId="LiveId" clId="{0061F7E5-2A98-4E78-98EF-C36DB68C5651}" dt="2026-10-03T05:10:40.415" v="34" actId="1076"/>
          <ac:spMkLst>
            <pc:docMk/>
            <pc:sldMk cId="0" sldId="261"/>
            <ac:spMk id="12" creationId="{00000000-0000-0000-0000-000000000000}"/>
          </ac:spMkLst>
        </pc:spChg>
      </pc:sldChg>
      <pc:sldChg chg="delSp mod">
        <pc:chgData name="Aditya _" userId="ea3625dfc168ae85" providerId="LiveId" clId="{0061F7E5-2A98-4E78-98EF-C36DB68C5651}" dt="2026-10-03T05:15:25.015" v="69" actId="478"/>
        <pc:sldMkLst>
          <pc:docMk/>
          <pc:sldMk cId="0" sldId="262"/>
        </pc:sldMkLst>
        <pc:spChg chg="del">
          <ac:chgData name="Aditya _" userId="ea3625dfc168ae85" providerId="LiveId" clId="{0061F7E5-2A98-4E78-98EF-C36DB68C5651}" dt="2026-10-03T05:15:25.015" v="69" actId="478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728655" cy="438912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7504170" cy="22775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563EB"/>
                </a:solidFill>
              </a:defRPr>
            </a:pPr>
            <a:r>
              <a:rPr dirty="0" err="1"/>
              <a:t>ConvoSense</a:t>
            </a:r>
            <a:r>
              <a:rPr dirty="0"/>
              <a:t> AI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Conversation Intelligence &amp; Communication Gap Analysis</a:t>
            </a:r>
          </a:p>
          <a:p>
            <a:br>
              <a:rPr dirty="0"/>
            </a:br>
            <a:r>
              <a:rPr dirty="0"/>
              <a:t>Bridge workplace communication breakdowns with local, evidence-based NLP.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Team Name : </a:t>
            </a:r>
            <a:r>
              <a:rPr lang="en-US" dirty="0" err="1"/>
              <a:t>Brute_Force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321921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rPr dirty="0"/>
              <a:t>Track: AI / NLP &amp; Workplace Productivity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98249" y="640080"/>
            <a:ext cx="616502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1. Relevance to Track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0924"/>
            <a:ext cx="47548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rPr dirty="0"/>
              <a:t>❓ Unanswered Questions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rPr dirty="0"/>
              <a:t>Critical queries get buried in chat threads without receiving plausible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2149697"/>
            <a:ext cx="47548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rPr dirty="0"/>
              <a:t>🔕 Ignored Proposals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rPr dirty="0"/>
              <a:t>Commitments and action requests receive no confirmation or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6477" y="4485716"/>
            <a:ext cx="47548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 dirty="0"/>
              <a:t>🔄 Repeated Clarifications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rPr dirty="0"/>
              <a:t>Team members re-ask identical questions due to poor context visibility.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4411861"/>
            <a:ext cx="47548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rPr dirty="0"/>
              <a:t>📌 Unresolved Topics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rPr dirty="0"/>
              <a:t>Action items like 'We need someone for demo' linger without an assigned owner.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2. Innovation &amp; Originality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Feature Dimension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Traditional LLMs / Prompts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ConvoSense AI (Our Solution)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Explainability &amp;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Black-box labels without proof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63EB"/>
                          </a:solidFill>
                        </a:defRPr>
                      </a:pPr>
                      <a:r>
                        <a:t>Verifiable message trace &amp; confidence metrics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Privacy &amp;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Requires cloud APIs &amp; paid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63EB"/>
                          </a:solidFill>
                        </a:defRPr>
                      </a:pPr>
                      <a:r>
                        <a:t>100% Local execution with zero cloud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Chat Log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Breaks on multiline text &amp;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63EB"/>
                          </a:solidFill>
                        </a:defRPr>
                      </a:pPr>
                      <a:r>
                        <a:t>Robust WhatsApp, CSV, &amp; transcript parser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Review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Static text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63EB"/>
                          </a:solidFill>
                        </a:defRPr>
                      </a:pPr>
                      <a:r>
                        <a:t>Interactive Human-in-the-Loop status controls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81866" y="640080"/>
            <a:ext cx="619778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3. Technical Implementation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7720" y="2338754"/>
            <a:ext cx="228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1. Ingestion Engine</a:t>
            </a:r>
          </a:p>
          <a:p>
            <a:pPr algn="ctr"/>
            <a:br>
              <a:rPr dirty="0"/>
            </a:br>
            <a:r>
              <a:rPr dirty="0"/>
              <a:t>Multi-format parser for WhatsApp export, CSV, TXT, and raw transcripts. Normalizes timestamps and speakers.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2338754"/>
            <a:ext cx="22860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rPr dirty="0"/>
              <a:t>2. Detection Pipeline</a:t>
            </a:r>
          </a:p>
          <a:p>
            <a:pPr algn="ctr"/>
            <a:br>
              <a:rPr dirty="0"/>
            </a:br>
            <a:r>
              <a:rPr dirty="0"/>
              <a:t>Executes 4 parallel NLP detection engines using interrogative heuristics, TF-IDF, &amp; Cosine Similarity.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2338754"/>
            <a:ext cx="22860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rPr dirty="0"/>
              <a:t>3. Structured Schema</a:t>
            </a:r>
          </a:p>
          <a:p>
            <a:pPr algn="ctr"/>
            <a:br>
              <a:rPr dirty="0"/>
            </a:br>
            <a:r>
              <a:rPr dirty="0"/>
              <a:t>Generates JSON/CSV findings with message ID, speaker, timestamp, confidence score, &amp; evidence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2338754"/>
            <a:ext cx="22860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rPr dirty="0"/>
              <a:t>4. Interactive Dashboard</a:t>
            </a:r>
          </a:p>
          <a:p>
            <a:pPr algn="ctr"/>
            <a:br>
              <a:rPr dirty="0"/>
            </a:br>
            <a:r>
              <a:rPr dirty="0" err="1"/>
              <a:t>Streamlit</a:t>
            </a:r>
            <a:r>
              <a:rPr dirty="0"/>
              <a:t> UI with </a:t>
            </a:r>
            <a:r>
              <a:rPr dirty="0" err="1"/>
              <a:t>Plotly</a:t>
            </a:r>
            <a:r>
              <a:rPr dirty="0"/>
              <a:t> Gantt timeline, metric cards, review controls, and audit exporter.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4. Deep-Dive: The Four Detection Engines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1051560"/>
          </a:xfrm>
          <a:prstGeom prst="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Engine A: Unanswered Questions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NLP question heuristics + lookahead window scan + TF-IDF cosine similarity against candidate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10728655" cy="1051560"/>
          </a:xfrm>
          <a:prstGeom prst="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Engine B: Ignored Responses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Identifies action/proposal phrases and verifies if subsequent messages contain explicit acknowledgment.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10728655" cy="105156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Engine C: Repeated Clarifications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Pairwise n-gram TF-IDF similarity matrix to link paraphrased queries across the timeline.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120640"/>
            <a:ext cx="10728655" cy="105156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Engine D: Unresolved Topics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Flags unassigned task proposals ('We need someone for demo') lacking explicit owner acceptance.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33904" y="640080"/>
            <a:ext cx="489371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5. Scalability &amp; Real-World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32112"/>
            <a:ext cx="47548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 dirty="0"/>
              <a:t>🏢 Enterprise Teams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rPr dirty="0"/>
              <a:t>Audits Slack &amp; Teams channels to ensure no question or task drops through the cracks.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2132112"/>
            <a:ext cx="47548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rPr dirty="0"/>
              <a:t>🎧 Support Escalations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rPr dirty="0"/>
              <a:t>Verifies that customer inquiries receive timely, accurate support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411861"/>
            <a:ext cx="47548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rPr dirty="0"/>
              <a:t>⚡ High Performance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rPr dirty="0"/>
              <a:t>Processes hundreds of messages in under 3 seconds with O(N log N) local complexity.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4411860"/>
            <a:ext cx="47548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rPr dirty="0"/>
              <a:t>🔒 Privacy &amp; Compliance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rPr dirty="0"/>
              <a:t>No conversation data leaves the local machine (GDPR/HIPAA compliant by design).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6. Verification &amp; Live Demo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9669"/>
                </a:solidFill>
              </a:defRPr>
            </a:pPr>
            <a:r>
              <a:rPr dirty="0"/>
              <a:t>✅ 100% Test Pass Rate (8/8 Unit Test Suites Passed)</a:t>
            </a:r>
          </a:p>
          <a:p>
            <a:br>
              <a:rPr dirty="0"/>
            </a:br>
            <a:r>
              <a:rPr dirty="0"/>
              <a:t>• Negative Test Case Verified: 'When is meeting?' followed by 'At 4 PM' is NOT flagged.</a:t>
            </a:r>
          </a:p>
          <a:p>
            <a:br>
              <a:rPr dirty="0"/>
            </a:br>
            <a:r>
              <a:rPr dirty="0"/>
              <a:t>• Acknowledgment Verified: Proposals followed by 'Confirmed, thanks!' pass cleanly.</a:t>
            </a:r>
          </a:p>
          <a:p>
            <a:br>
              <a:rPr dirty="0"/>
            </a:br>
            <a:r>
              <a:rPr dirty="0"/>
              <a:t>• Paraphrase Detection Verified: Linked 'Which file format?' with 'Should we submit PDF or DOCX?'</a:t>
            </a:r>
          </a:p>
          <a:p>
            <a:br>
              <a:rPr dirty="0"/>
            </a:br>
            <a:r>
              <a:rPr dirty="0"/>
              <a:t>• Unassigned Task Tracking Verified: Caught 'We need someone for demo' with no owner.</a:t>
            </a:r>
          </a:p>
          <a:p>
            <a:br>
              <a:rPr dirty="0"/>
            </a:br>
            <a:r>
              <a:rPr dirty="0"/>
              <a:t>• Complete </a:t>
            </a:r>
            <a:r>
              <a:rPr dirty="0" err="1"/>
              <a:t>Streamlit</a:t>
            </a:r>
            <a:r>
              <a:rPr dirty="0"/>
              <a:t> UI: Interactive review controls, </a:t>
            </a:r>
            <a:r>
              <a:rPr dirty="0" err="1"/>
              <a:t>Plotly</a:t>
            </a:r>
            <a:r>
              <a:rPr dirty="0"/>
              <a:t> Gantt timeline, and CSV/JSON export.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552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_</cp:lastModifiedBy>
  <cp:revision>1</cp:revision>
  <dcterms:created xsi:type="dcterms:W3CDTF">2013-01-27T09:14:16Z</dcterms:created>
  <dcterms:modified xsi:type="dcterms:W3CDTF">2026-10-03T05:16:01Z</dcterms:modified>
  <cp:category/>
</cp:coreProperties>
</file>